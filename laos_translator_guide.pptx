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9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6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5920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8904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한국-라오스 </a:t>
            </a:r>
            <a:r>
              <a:rPr lang="en-US" sz="34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회의 통번역 시스템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AI 번역 · 다자 동시 접속 · 회의록 자동 생성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0" y="2514600"/>
            <a:ext cx="2743200" cy="36576"/>
          </a:xfrm>
          <a:prstGeom prst="rect">
            <a:avLst/>
          </a:prstGeom>
          <a:solidFill>
            <a:srgbClr val="2A3248"/>
          </a:solidFill>
          <a:ln w="12700">
            <a:solidFill>
              <a:srgbClr val="2A32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834640"/>
            <a:ext cx="2194560" cy="1554480"/>
          </a:xfrm>
          <a:prstGeom prst="rect">
            <a:avLst/>
          </a:prstGeom>
          <a:solidFill>
            <a:srgbClr val="161B27"/>
          </a:solidFill>
          <a:ln w="12700">
            <a:solidFill>
              <a:srgbClr val="4F9CF9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834640"/>
            <a:ext cx="2194560" cy="54864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한글 입력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라오스어 자동 번역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2834640"/>
            <a:ext cx="2194560" cy="1554480"/>
          </a:xfrm>
          <a:prstGeom prst="rect">
            <a:avLst/>
          </a:prstGeom>
          <a:solidFill>
            <a:srgbClr val="161B27"/>
          </a:solidFill>
          <a:ln w="12700">
            <a:solidFill>
              <a:srgbClr val="4FCF8A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2834640"/>
            <a:ext cx="2194560" cy="54864"/>
          </a:xfrm>
          <a:prstGeom prst="rect">
            <a:avLst/>
          </a:prstGeom>
          <a:solidFill>
            <a:srgbClr val="4FCF8A"/>
          </a:solidFill>
          <a:ln w="12700">
            <a:solidFill>
              <a:srgbClr val="4FC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통역사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33832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화면 사용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코멘트 추가 가능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92240" y="2834640"/>
            <a:ext cx="2194560" cy="1554480"/>
          </a:xfrm>
          <a:prstGeom prst="rect">
            <a:avLst/>
          </a:prstGeom>
          <a:solidFill>
            <a:srgbClr val="161B27"/>
          </a:solidFill>
          <a:ln w="12700">
            <a:solidFill>
              <a:srgbClr val="F97B4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92240" y="2834640"/>
            <a:ext cx="2194560" cy="54864"/>
          </a:xfrm>
          <a:prstGeom prst="rect">
            <a:avLst/>
          </a:prstGeom>
          <a:solidFill>
            <a:srgbClr val="F97B4F"/>
          </a:solidFill>
          <a:ln w="12700">
            <a:solidFill>
              <a:srgbClr val="F97B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라오스팀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33832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라오스어 입력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한글 자동 번역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F9CF9"/>
                </a:solidFill>
                <a:uFill>
                  <a:solidFill>
                    <a:srgbClr val="4F9CF9"/>
                  </a:solidFill>
                </a:u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https://laos-translator.onrender.com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F97B4F"/>
          </a:solidFill>
          <a:ln w="12700">
            <a:solidFill>
              <a:srgbClr val="F97B4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 방법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3200400"/>
          </a:xfrm>
          <a:prstGeom prst="rect">
            <a:avLst/>
          </a:prstGeom>
          <a:solidFill>
            <a:srgbClr val="161B27"/>
          </a:solidFill>
          <a:ln w="12700">
            <a:solidFill>
              <a:srgbClr val="2A32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4023360" cy="54864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5039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접속 방법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4864" cy="50292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25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58191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laos-translator.onrender.com/?role=korean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54864" cy="502920"/>
          </a:xfrm>
          <a:prstGeom prst="rect">
            <a:avLst/>
          </a:prstGeom>
          <a:solidFill>
            <a:srgbClr val="F97B4F"/>
          </a:solidFill>
          <a:ln w="12700">
            <a:solidFill>
              <a:srgbClr val="F97B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03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라오스팀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3591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laos-translator.onrender.com/?role=laos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54864" cy="502920"/>
          </a:xfrm>
          <a:prstGeom prst="rect">
            <a:avLst/>
          </a:prstGeom>
          <a:solidFill>
            <a:srgbClr val="4FCF8A"/>
          </a:solidFill>
          <a:ln w="12700">
            <a:solidFill>
              <a:srgbClr val="4FCF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880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폰 (보기전용)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1363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동일 URL — 모바일 자동 최적화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777240"/>
            <a:ext cx="4023360" cy="3200400"/>
          </a:xfrm>
          <a:prstGeom prst="rect">
            <a:avLst/>
          </a:prstGeom>
          <a:solidFill>
            <a:srgbClr val="161B27"/>
          </a:solidFill>
          <a:ln w="12700">
            <a:solidFill>
              <a:srgbClr val="2A32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777240"/>
            <a:ext cx="4023360" cy="54864"/>
          </a:xfrm>
          <a:prstGeom prst="rect">
            <a:avLst/>
          </a:prstGeom>
          <a:solidFill>
            <a:srgbClr val="F97B4F"/>
          </a:solidFill>
          <a:ln w="12700">
            <a:solidFill>
              <a:srgbClr val="F97B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85039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기능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83480" y="1417320"/>
            <a:ext cx="320040" cy="320040"/>
          </a:xfrm>
          <a:prstGeom prst="ellipse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136245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후 Enter → 즉시 원문 전송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번역 완료 후 양쪽 화면 자동 업데이트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83480" y="2084832"/>
            <a:ext cx="320040" cy="320040"/>
          </a:xfrm>
          <a:prstGeom prst="ellipse">
            <a:avLst/>
          </a:prstGeom>
          <a:solidFill>
            <a:srgbClr val="4FCF8A"/>
          </a:solidFill>
          <a:ln w="12700">
            <a:solidFill>
              <a:srgbClr val="4FCF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202996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발언 하단 복사 버튼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원문 / 번역 / 전체 복사 가능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83480" y="2752344"/>
            <a:ext cx="320040" cy="320040"/>
          </a:xfrm>
          <a:prstGeom prst="ellipse">
            <a:avLst/>
          </a:prstGeom>
          <a:solidFill>
            <a:srgbClr val="F97B4F"/>
          </a:solidFill>
          <a:ln w="12700">
            <a:solidFill>
              <a:srgbClr val="F97B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0" y="26974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회의록 저장: 전체 / 한글 / 라오스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 다운로드 (.txt)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83480" y="3419856"/>
            <a:ext cx="320040" cy="320040"/>
          </a:xfrm>
          <a:prstGeom prst="ellipse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0" y="336499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요약 버튼: 핵심 내용만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인사말 제외 후 자동 정리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114800"/>
            <a:ext cx="8595360" cy="640080"/>
          </a:xfrm>
          <a:prstGeom prst="rect">
            <a:avLst/>
          </a:prstGeom>
          <a:solidFill>
            <a:srgbClr val="1A2540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발언자 이름 입력 후 Enter → 회의록에 이름과 함께 기록됩니다   |   통역사는 발언 클릭 후 우측 패널에서 코멘트 </a:t>
            </a:r>
            <a:r>
              <a:rPr lang="en-US" sz="1100" dirty="0" err="1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</a:t>
            </a:r>
            <a:r>
              <a:rPr lang="en-US" sz="1100" dirty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가능</a:t>
            </a:r>
            <a:r>
              <a:rPr lang="en-US" sz="1100" dirty="0" smtClean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en-US" sz="1100" dirty="0" smtClean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 smtClean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</a:t>
            </a:r>
            <a:r>
              <a:rPr lang="ko-KR" altLang="en-US" sz="1100" dirty="0" smtClean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맨 마지막의 </a:t>
            </a:r>
            <a:r>
              <a:rPr lang="en-US" altLang="ko-KR" sz="1100" dirty="0" smtClean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[meeting1]</a:t>
            </a:r>
            <a:r>
              <a:rPr lang="ko-KR" altLang="en-US" sz="1100" dirty="0" smtClean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</a:t>
            </a:r>
            <a:r>
              <a:rPr lang="en-US" altLang="ko-KR" sz="1100" dirty="0" smtClean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100" dirty="0" smtClean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이름</a:t>
            </a:r>
            <a:r>
              <a:rPr lang="en-US" altLang="ko-KR" sz="1100" dirty="0" smtClean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100" dirty="0" err="1" smtClean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회의날짜</a:t>
            </a:r>
            <a:r>
              <a:rPr lang="ko-KR" altLang="en-US" sz="1100" dirty="0" smtClean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포함 등</a:t>
            </a:r>
            <a:r>
              <a:rPr lang="en-US" altLang="ko-KR" sz="1100" dirty="0" smtClean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ko-KR" altLang="en-US" sz="1100" dirty="0" smtClean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으로 지정하면 새 회의 생성</a:t>
            </a:r>
            <a:r>
              <a:rPr lang="en-US" altLang="ko-KR" sz="1100" dirty="0" smtClean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F97B4F"/>
          </a:solidFill>
          <a:ln w="12700">
            <a:solidFill>
              <a:srgbClr val="F97B4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E8EA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기능추가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F97B4F"/>
          </a:solidFill>
          <a:ln w="12700">
            <a:solidFill>
              <a:srgbClr val="F97B4F"/>
            </a:solidFill>
            <a:prstDash val="solid"/>
          </a:ln>
        </p:spPr>
      </p:sp>
      <p:sp>
        <p:nvSpPr>
          <p:cNvPr id="30" name="Text 18"/>
          <p:cNvSpPr/>
          <p:nvPr/>
        </p:nvSpPr>
        <p:spPr>
          <a:xfrm>
            <a:off x="457199" y="859536"/>
            <a:ext cx="490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000" dirty="0" err="1" smtClean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ㅁ</a:t>
            </a:r>
            <a:r>
              <a:rPr lang="en-US" altLang="ko-KR" sz="1000" dirty="0" smtClean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ko-KR" altLang="en-US" sz="1000" dirty="0" smtClean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일시 </a:t>
            </a:r>
            <a:r>
              <a:rPr lang="en-US" altLang="ko-KR" sz="1000" dirty="0" smtClean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2026. 04.20</a:t>
            </a:r>
          </a:p>
          <a:p>
            <a:pPr marL="0" indent="0">
              <a:buNone/>
            </a:pPr>
            <a:r>
              <a:rPr lang="ko-KR" altLang="en-US" sz="1000" dirty="0" err="1" smtClean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ㅁ</a:t>
            </a:r>
            <a:r>
              <a:rPr lang="en-US" altLang="ko-KR" sz="1000" dirty="0" smtClean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ko-KR" altLang="en-US" sz="1000" dirty="0" smtClean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</a:t>
            </a:r>
            <a:r>
              <a:rPr lang="en-US" altLang="ko-KR" sz="1000" dirty="0" smtClean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ko-KR" altLang="en-US" sz="1000" dirty="0" smtClean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사업개요</a:t>
            </a:r>
            <a:r>
              <a:rPr lang="en-US" altLang="ko-KR" sz="1000" dirty="0" smtClean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dirty="0" smtClean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 회의록을 추가 </a:t>
            </a:r>
            <a:endParaRPr lang="en-US" altLang="ko-KR" sz="1000" dirty="0" smtClean="0">
              <a:solidFill>
                <a:srgbClr val="9BA3C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ko-KR" altLang="en-US" sz="1000" dirty="0" err="1" smtClean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ㅁ</a:t>
            </a:r>
            <a:r>
              <a:rPr lang="en-US" altLang="ko-KR" sz="1000" dirty="0" smtClean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ko-KR" altLang="en-US" sz="1000" dirty="0" smtClean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 </a:t>
            </a:r>
            <a:r>
              <a:rPr lang="en-US" altLang="ko-KR" sz="1000" dirty="0" smtClean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AI</a:t>
            </a:r>
            <a:r>
              <a:rPr lang="ko-KR" altLang="en-US" sz="1000" dirty="0" smtClean="0">
                <a:solidFill>
                  <a:srgbClr val="9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 내용을 참조하여 용어 및 번역 정확도 상승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67733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188</Words>
  <Application>Microsoft Office PowerPoint</Application>
  <PresentationFormat>화면 슬라이드 쇼(16:9)</PresentationFormat>
  <Paragraphs>37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saman</cp:lastModifiedBy>
  <cp:revision>3</cp:revision>
  <dcterms:created xsi:type="dcterms:W3CDTF">2026-04-12T15:33:37Z</dcterms:created>
  <dcterms:modified xsi:type="dcterms:W3CDTF">2026-05-11T00:27:40Z</dcterms:modified>
</cp:coreProperties>
</file>